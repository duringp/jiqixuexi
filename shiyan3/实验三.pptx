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4" r:id="rId3"/>
    <p:sldMasterId id="2147483657" r:id="rId4"/>
  </p:sldMasterIdLst>
  <p:notesMasterIdLst>
    <p:notesMasterId r:id="rId6"/>
  </p:notesMasterIdLst>
  <p:handoutMasterIdLst>
    <p:handoutMasterId r:id="rId16"/>
  </p:handoutMasterIdLst>
  <p:sldIdLst>
    <p:sldId id="258" r:id="rId5"/>
    <p:sldId id="648" r:id="rId7"/>
    <p:sldId id="625" r:id="rId8"/>
    <p:sldId id="652" r:id="rId9"/>
    <p:sldId id="653" r:id="rId10"/>
    <p:sldId id="654" r:id="rId11"/>
    <p:sldId id="655" r:id="rId12"/>
    <p:sldId id="656" r:id="rId13"/>
    <p:sldId id="657" r:id="rId14"/>
    <p:sldId id="302" r:id="rId1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微软雅黑" panose="020B0503020204020204" pitchFamily="34" charset="-122"/>
      <p:regular r:id="rId24"/>
    </p:embeddedFont>
    <p:embeddedFont>
      <p:font typeface="Calibri Light" panose="020F0302020204030204" charset="0"/>
      <p:regular r:id="rId25"/>
      <p: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0" userDrawn="1">
          <p15:clr>
            <a:srgbClr val="A4A3A4"/>
          </p15:clr>
        </p15:guide>
        <p15:guide id="2" pos="2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27" y="45"/>
      </p:cViewPr>
      <p:guideLst>
        <p:guide orient="horz" pos="2370"/>
        <p:guide pos="291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F6A5B-3A34-4FAB-91DC-107CF66118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82518-F949-4912-8AE1-CC1445824B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82518-F949-4912-8AE1-CC144582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82518-F949-4912-8AE1-CC144582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与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pull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pull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pull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pull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pic>
          <p:nvPicPr>
            <p:cNvPr id="24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图片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6500" y="1628775"/>
              <a:ext cx="2159000" cy="215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图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263" y="3579813"/>
              <a:ext cx="4943475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 advTm="0"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信息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"/>
          <p:cNvGrpSpPr/>
          <p:nvPr userDrawn="1"/>
        </p:nvGrpSpPr>
        <p:grpSpPr bwMode="auto">
          <a:xfrm>
            <a:off x="0" y="0"/>
            <a:ext cx="9144000" cy="6858000"/>
            <a:chOff x="0" y="0"/>
            <a:chExt cx="12192000" cy="6858000"/>
          </a:xfrm>
        </p:grpSpPr>
        <p:pic>
          <p:nvPicPr>
            <p:cNvPr id="3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11"/>
            <p:cNvSpPr txBox="1">
              <a:spLocks noChangeArrowheads="1"/>
            </p:cNvSpPr>
            <p:nvPr/>
          </p:nvSpPr>
          <p:spPr bwMode="auto">
            <a:xfrm>
              <a:off x="3117975" y="5781164"/>
              <a:ext cx="5956052" cy="854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只为设计最优质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endParaRPr lang="en-US" altLang="zh-CN" sz="1100">
                <a:solidFill>
                  <a:srgbClr val="9797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关注 灰色的风 更多优秀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作品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教程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经验分享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优秀设计</a:t>
              </a:r>
              <a:endParaRPr lang="zh-CN" altLang="en-US" sz="1100">
                <a:solidFill>
                  <a:srgbClr val="9797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" name="图片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6725" y="1690688"/>
              <a:ext cx="1976438" cy="197643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图片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838" y="1690688"/>
              <a:ext cx="1976437" cy="197643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5"/>
            <p:cNvSpPr txBox="1">
              <a:spLocks noChangeArrowheads="1"/>
            </p:cNvSpPr>
            <p:nvPr/>
          </p:nvSpPr>
          <p:spPr bwMode="auto">
            <a:xfrm>
              <a:off x="3398839" y="3786188"/>
              <a:ext cx="19764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公众号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hsdf_ppt</a:t>
              </a:r>
              <a:endParaRPr lang="zh-CN" altLang="en-US" sz="140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6"/>
            <p:cNvSpPr txBox="1">
              <a:spLocks noChangeArrowheads="1"/>
            </p:cNvSpPr>
            <p:nvPr/>
          </p:nvSpPr>
          <p:spPr bwMode="auto">
            <a:xfrm>
              <a:off x="6816725" y="3786188"/>
              <a:ext cx="19764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微博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@</a:t>
              </a: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灰色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</a:t>
              </a: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</a:t>
              </a:r>
              <a:endParaRPr lang="zh-CN" altLang="en-US" sz="140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350" y="1196975"/>
              <a:ext cx="750888" cy="749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6670" y="1306051"/>
              <a:ext cx="560881" cy="457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 advTm="0">
    <p:pull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与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pull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" y="0"/>
            <a:ext cx="9143429" cy="685757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4"/>
          <p:cNvGrpSpPr/>
          <p:nvPr userDrawn="1"/>
        </p:nvGrpSpPr>
        <p:grpSpPr bwMode="auto">
          <a:xfrm>
            <a:off x="0" y="6650038"/>
            <a:ext cx="9144000" cy="207962"/>
            <a:chOff x="0" y="0"/>
            <a:chExt cx="12196800" cy="207383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0" y="48599"/>
              <a:ext cx="12196800" cy="15878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12196800" cy="5957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 advTm="0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ransition spd="slow" advTm="0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DA330-99E0-4B4D-9C61-82CFEE5A2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02866-32EA-4EDE-B1EF-E5D366E4AC4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2" y="428"/>
            <a:ext cx="9143429" cy="6857572"/>
          </a:xfrm>
          <a:prstGeom prst="rect">
            <a:avLst/>
          </a:prstGeom>
        </p:spPr>
      </p:pic>
      <p:grpSp>
        <p:nvGrpSpPr>
          <p:cNvPr id="8" name="组合 4"/>
          <p:cNvGrpSpPr/>
          <p:nvPr userDrawn="1"/>
        </p:nvGrpSpPr>
        <p:grpSpPr bwMode="auto">
          <a:xfrm>
            <a:off x="-1317" y="6647964"/>
            <a:ext cx="9145317" cy="220120"/>
            <a:chOff x="-260198" y="374570"/>
            <a:chExt cx="16271139" cy="217916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-260198" y="434144"/>
              <a:ext cx="16268803" cy="15834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-257855" y="374570"/>
              <a:ext cx="16268796" cy="727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ransition spd="slow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0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1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4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0" y="1872828"/>
            <a:ext cx="9144000" cy="3142935"/>
            <a:chOff x="-1" y="2037922"/>
            <a:chExt cx="12192763" cy="1791128"/>
          </a:xfrm>
        </p:grpSpPr>
        <p:sp>
          <p:nvSpPr>
            <p:cNvPr id="5" name="矩形 4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509552" y="2490281"/>
            <a:ext cx="4124325" cy="1876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lang="en-US" altLang="zh-CN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手势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65167" y="5152110"/>
            <a:ext cx="340995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任课教师：孙迪钢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digang-sun@163.com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606941" y="5315179"/>
            <a:ext cx="707427" cy="686544"/>
            <a:chOff x="1031277" y="5180856"/>
            <a:chExt cx="552450" cy="552450"/>
          </a:xfrm>
        </p:grpSpPr>
        <p:sp>
          <p:nvSpPr>
            <p:cNvPr id="11" name="椭圆 10"/>
            <p:cNvSpPr/>
            <p:nvPr/>
          </p:nvSpPr>
          <p:spPr>
            <a:xfrm>
              <a:off x="1031277" y="5180856"/>
              <a:ext cx="552450" cy="5524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Freeform 34"/>
            <p:cNvSpPr/>
            <p:nvPr/>
          </p:nvSpPr>
          <p:spPr>
            <a:xfrm flipH="1">
              <a:off x="1130571" y="5313444"/>
              <a:ext cx="328603" cy="249173"/>
            </a:xfrm>
            <a:custGeom>
              <a:avLst/>
              <a:gdLst/>
              <a:ahLst/>
              <a:cxnLst/>
              <a:rect l="l" t="t" r="r" b="b"/>
              <a:pathLst>
                <a:path w="852601" h="862013">
                  <a:moveTo>
                    <a:pt x="339688" y="551599"/>
                  </a:moveTo>
                  <a:cubicBezTo>
                    <a:pt x="336200" y="550660"/>
                    <a:pt x="332712" y="552270"/>
                    <a:pt x="329224" y="555624"/>
                  </a:cubicBezTo>
                  <a:lnTo>
                    <a:pt x="318760" y="571723"/>
                  </a:lnTo>
                  <a:cubicBezTo>
                    <a:pt x="317687" y="576955"/>
                    <a:pt x="320907" y="582723"/>
                    <a:pt x="322785" y="587017"/>
                  </a:cubicBezTo>
                  <a:cubicBezTo>
                    <a:pt x="324663" y="591310"/>
                    <a:pt x="331370" y="593322"/>
                    <a:pt x="330029" y="597481"/>
                  </a:cubicBezTo>
                  <a:cubicBezTo>
                    <a:pt x="328687" y="601641"/>
                    <a:pt x="318894" y="606739"/>
                    <a:pt x="314735" y="611971"/>
                  </a:cubicBezTo>
                  <a:cubicBezTo>
                    <a:pt x="310576" y="617202"/>
                    <a:pt x="308563" y="620288"/>
                    <a:pt x="303465" y="629679"/>
                  </a:cubicBezTo>
                  <a:cubicBezTo>
                    <a:pt x="298368" y="639070"/>
                    <a:pt x="292062" y="654230"/>
                    <a:pt x="284147" y="668317"/>
                  </a:cubicBezTo>
                  <a:cubicBezTo>
                    <a:pt x="276232" y="682403"/>
                    <a:pt x="261340" y="698637"/>
                    <a:pt x="255974" y="714199"/>
                  </a:cubicBezTo>
                  <a:cubicBezTo>
                    <a:pt x="250607" y="729762"/>
                    <a:pt x="252754" y="745727"/>
                    <a:pt x="251949" y="761691"/>
                  </a:cubicBezTo>
                  <a:cubicBezTo>
                    <a:pt x="251144" y="777656"/>
                    <a:pt x="252351" y="796036"/>
                    <a:pt x="251143" y="809989"/>
                  </a:cubicBezTo>
                  <a:cubicBezTo>
                    <a:pt x="249937" y="823941"/>
                    <a:pt x="245778" y="837357"/>
                    <a:pt x="244705" y="845406"/>
                  </a:cubicBezTo>
                  <a:cubicBezTo>
                    <a:pt x="243631" y="853456"/>
                    <a:pt x="243095" y="855603"/>
                    <a:pt x="244705" y="858286"/>
                  </a:cubicBezTo>
                  <a:cubicBezTo>
                    <a:pt x="245509" y="859627"/>
                    <a:pt x="245945" y="860298"/>
                    <a:pt x="247169" y="860701"/>
                  </a:cubicBezTo>
                  <a:lnTo>
                    <a:pt x="254364" y="861506"/>
                  </a:lnTo>
                  <a:cubicBezTo>
                    <a:pt x="262279" y="862042"/>
                    <a:pt x="277305" y="862310"/>
                    <a:pt x="292196" y="861506"/>
                  </a:cubicBezTo>
                  <a:cubicBezTo>
                    <a:pt x="307088" y="860701"/>
                    <a:pt x="333115" y="857749"/>
                    <a:pt x="343713" y="856676"/>
                  </a:cubicBezTo>
                  <a:cubicBezTo>
                    <a:pt x="343747" y="856684"/>
                    <a:pt x="352708" y="858681"/>
                    <a:pt x="355787" y="855066"/>
                  </a:cubicBezTo>
                  <a:cubicBezTo>
                    <a:pt x="358873" y="851443"/>
                    <a:pt x="361288" y="845675"/>
                    <a:pt x="362227" y="834943"/>
                  </a:cubicBezTo>
                  <a:cubicBezTo>
                    <a:pt x="363166" y="824210"/>
                    <a:pt x="363568" y="808110"/>
                    <a:pt x="361422" y="790670"/>
                  </a:cubicBezTo>
                  <a:cubicBezTo>
                    <a:pt x="359275" y="773229"/>
                    <a:pt x="352299" y="754313"/>
                    <a:pt x="349348" y="730298"/>
                  </a:cubicBezTo>
                  <a:cubicBezTo>
                    <a:pt x="346396" y="706284"/>
                    <a:pt x="344786" y="666439"/>
                    <a:pt x="343713" y="646584"/>
                  </a:cubicBezTo>
                  <a:cubicBezTo>
                    <a:pt x="342640" y="626728"/>
                    <a:pt x="342505" y="619886"/>
                    <a:pt x="342908" y="611166"/>
                  </a:cubicBezTo>
                  <a:cubicBezTo>
                    <a:pt x="343310" y="602446"/>
                    <a:pt x="343713" y="600299"/>
                    <a:pt x="346128" y="594262"/>
                  </a:cubicBezTo>
                  <a:cubicBezTo>
                    <a:pt x="348543" y="588224"/>
                    <a:pt x="356727" y="580443"/>
                    <a:pt x="357397" y="574942"/>
                  </a:cubicBezTo>
                  <a:cubicBezTo>
                    <a:pt x="358068" y="569442"/>
                    <a:pt x="353104" y="565149"/>
                    <a:pt x="350153" y="561258"/>
                  </a:cubicBezTo>
                  <a:close/>
                  <a:moveTo>
                    <a:pt x="287206" y="507649"/>
                  </a:moveTo>
                  <a:cubicBezTo>
                    <a:pt x="299226" y="561742"/>
                    <a:pt x="284201" y="574621"/>
                    <a:pt x="274326" y="617123"/>
                  </a:cubicBezTo>
                  <a:cubicBezTo>
                    <a:pt x="272445" y="626330"/>
                    <a:pt x="270907" y="639718"/>
                    <a:pt x="269556" y="655910"/>
                  </a:cubicBezTo>
                  <a:cubicBezTo>
                    <a:pt x="284442" y="632717"/>
                    <a:pt x="299146" y="601494"/>
                    <a:pt x="316184" y="596515"/>
                  </a:cubicBezTo>
                  <a:cubicBezTo>
                    <a:pt x="314038" y="589217"/>
                    <a:pt x="305451" y="583528"/>
                    <a:pt x="306524" y="574621"/>
                  </a:cubicBezTo>
                  <a:cubicBezTo>
                    <a:pt x="307147" y="563679"/>
                    <a:pt x="314405" y="554950"/>
                    <a:pt x="319949" y="545622"/>
                  </a:cubicBezTo>
                  <a:cubicBezTo>
                    <a:pt x="307786" y="539695"/>
                    <a:pt x="298568" y="525281"/>
                    <a:pt x="287206" y="507649"/>
                  </a:cubicBezTo>
                  <a:close/>
                  <a:moveTo>
                    <a:pt x="264023" y="488330"/>
                  </a:moveTo>
                  <a:cubicBezTo>
                    <a:pt x="251143" y="497345"/>
                    <a:pt x="249856" y="517952"/>
                    <a:pt x="240841" y="523104"/>
                  </a:cubicBezTo>
                  <a:cubicBezTo>
                    <a:pt x="177304" y="542852"/>
                    <a:pt x="103463" y="578055"/>
                    <a:pt x="46365" y="613259"/>
                  </a:cubicBezTo>
                  <a:cubicBezTo>
                    <a:pt x="17601" y="630002"/>
                    <a:pt x="12021" y="649320"/>
                    <a:pt x="6440" y="682806"/>
                  </a:cubicBezTo>
                  <a:lnTo>
                    <a:pt x="0" y="793568"/>
                  </a:lnTo>
                  <a:cubicBezTo>
                    <a:pt x="60532" y="849807"/>
                    <a:pt x="154551" y="840362"/>
                    <a:pt x="230537" y="859252"/>
                  </a:cubicBezTo>
                  <a:cubicBezTo>
                    <a:pt x="242128" y="755359"/>
                    <a:pt x="233113" y="597374"/>
                    <a:pt x="265311" y="542422"/>
                  </a:cubicBezTo>
                  <a:close/>
                  <a:moveTo>
                    <a:pt x="473953" y="438101"/>
                  </a:moveTo>
                  <a:cubicBezTo>
                    <a:pt x="449999" y="476765"/>
                    <a:pt x="395188" y="525303"/>
                    <a:pt x="351750" y="542487"/>
                  </a:cubicBezTo>
                  <a:cubicBezTo>
                    <a:pt x="364570" y="553524"/>
                    <a:pt x="369815" y="566569"/>
                    <a:pt x="371564" y="577519"/>
                  </a:cubicBezTo>
                  <a:cubicBezTo>
                    <a:pt x="371510" y="588305"/>
                    <a:pt x="363407" y="591042"/>
                    <a:pt x="359329" y="597803"/>
                  </a:cubicBezTo>
                  <a:cubicBezTo>
                    <a:pt x="364928" y="652187"/>
                    <a:pt x="355161" y="701683"/>
                    <a:pt x="373271" y="759858"/>
                  </a:cubicBezTo>
                  <a:cubicBezTo>
                    <a:pt x="382583" y="726860"/>
                    <a:pt x="394118" y="694072"/>
                    <a:pt x="406981" y="659624"/>
                  </a:cubicBezTo>
                  <a:cubicBezTo>
                    <a:pt x="434458" y="598661"/>
                    <a:pt x="476100" y="510653"/>
                    <a:pt x="473953" y="438101"/>
                  </a:cubicBezTo>
                  <a:close/>
                  <a:moveTo>
                    <a:pt x="444331" y="425221"/>
                  </a:moveTo>
                  <a:cubicBezTo>
                    <a:pt x="417365" y="457420"/>
                    <a:pt x="365446" y="490423"/>
                    <a:pt x="342908" y="490423"/>
                  </a:cubicBezTo>
                  <a:cubicBezTo>
                    <a:pt x="312722" y="489752"/>
                    <a:pt x="309100" y="473787"/>
                    <a:pt x="292196" y="465469"/>
                  </a:cubicBezTo>
                  <a:cubicBezTo>
                    <a:pt x="308026" y="468152"/>
                    <a:pt x="323455" y="474056"/>
                    <a:pt x="339687" y="473519"/>
                  </a:cubicBezTo>
                  <a:cubicBezTo>
                    <a:pt x="376180" y="473116"/>
                    <a:pt x="416695" y="446955"/>
                    <a:pt x="444331" y="425221"/>
                  </a:cubicBezTo>
                  <a:close/>
                  <a:moveTo>
                    <a:pt x="488121" y="409767"/>
                  </a:moveTo>
                  <a:cubicBezTo>
                    <a:pt x="533198" y="465576"/>
                    <a:pt x="410846" y="692681"/>
                    <a:pt x="376072" y="855388"/>
                  </a:cubicBezTo>
                  <a:cubicBezTo>
                    <a:pt x="489409" y="838216"/>
                    <a:pt x="600169" y="850665"/>
                    <a:pt x="716082" y="803871"/>
                  </a:cubicBezTo>
                  <a:cubicBezTo>
                    <a:pt x="761588" y="800437"/>
                    <a:pt x="808382" y="816321"/>
                    <a:pt x="852601" y="793568"/>
                  </a:cubicBezTo>
                  <a:cubicBezTo>
                    <a:pt x="845303" y="743338"/>
                    <a:pt x="867627" y="646745"/>
                    <a:pt x="772750" y="588788"/>
                  </a:cubicBezTo>
                  <a:cubicBezTo>
                    <a:pt x="729391" y="552726"/>
                    <a:pt x="648681" y="519241"/>
                    <a:pt x="565395" y="492193"/>
                  </a:cubicBezTo>
                  <a:cubicBezTo>
                    <a:pt x="534486" y="468582"/>
                    <a:pt x="515167" y="433379"/>
                    <a:pt x="488121" y="409767"/>
                  </a:cubicBezTo>
                  <a:close/>
                  <a:moveTo>
                    <a:pt x="314467" y="207"/>
                  </a:moveTo>
                  <a:cubicBezTo>
                    <a:pt x="302302" y="922"/>
                    <a:pt x="297652" y="4142"/>
                    <a:pt x="285488" y="8794"/>
                  </a:cubicBezTo>
                  <a:cubicBezTo>
                    <a:pt x="273325" y="13444"/>
                    <a:pt x="253826" y="20241"/>
                    <a:pt x="241485" y="28112"/>
                  </a:cubicBezTo>
                  <a:cubicBezTo>
                    <a:pt x="229142" y="35983"/>
                    <a:pt x="220377" y="43853"/>
                    <a:pt x="211433" y="56017"/>
                  </a:cubicBezTo>
                  <a:cubicBezTo>
                    <a:pt x="202489" y="68180"/>
                    <a:pt x="193724" y="87320"/>
                    <a:pt x="187821" y="101095"/>
                  </a:cubicBezTo>
                  <a:cubicBezTo>
                    <a:pt x="181919" y="114868"/>
                    <a:pt x="176194" y="121665"/>
                    <a:pt x="176015" y="138658"/>
                  </a:cubicBezTo>
                  <a:cubicBezTo>
                    <a:pt x="175837" y="155652"/>
                    <a:pt x="182813" y="191249"/>
                    <a:pt x="186748" y="203055"/>
                  </a:cubicBezTo>
                  <a:lnTo>
                    <a:pt x="187520" y="204007"/>
                  </a:lnTo>
                  <a:lnTo>
                    <a:pt x="191027" y="223887"/>
                  </a:lnTo>
                  <a:cubicBezTo>
                    <a:pt x="185407" y="222374"/>
                    <a:pt x="182724" y="232570"/>
                    <a:pt x="184333" y="241693"/>
                  </a:cubicBezTo>
                  <a:cubicBezTo>
                    <a:pt x="185943" y="250815"/>
                    <a:pt x="196139" y="265841"/>
                    <a:pt x="198822" y="277111"/>
                  </a:cubicBezTo>
                  <a:cubicBezTo>
                    <a:pt x="201505" y="288380"/>
                    <a:pt x="200298" y="299113"/>
                    <a:pt x="200432" y="309308"/>
                  </a:cubicBezTo>
                  <a:cubicBezTo>
                    <a:pt x="200566" y="319505"/>
                    <a:pt x="198285" y="331579"/>
                    <a:pt x="199627" y="338286"/>
                  </a:cubicBezTo>
                  <a:cubicBezTo>
                    <a:pt x="200969" y="344995"/>
                    <a:pt x="205128" y="346739"/>
                    <a:pt x="208482" y="349556"/>
                  </a:cubicBezTo>
                  <a:cubicBezTo>
                    <a:pt x="211836" y="352373"/>
                    <a:pt x="218275" y="343385"/>
                    <a:pt x="219751" y="355191"/>
                  </a:cubicBezTo>
                  <a:cubicBezTo>
                    <a:pt x="221227" y="366997"/>
                    <a:pt x="229008" y="395036"/>
                    <a:pt x="236655" y="410733"/>
                  </a:cubicBezTo>
                  <a:cubicBezTo>
                    <a:pt x="244301" y="426429"/>
                    <a:pt x="259999" y="439845"/>
                    <a:pt x="265633" y="449370"/>
                  </a:cubicBezTo>
                  <a:cubicBezTo>
                    <a:pt x="271268" y="458895"/>
                    <a:pt x="266438" y="460372"/>
                    <a:pt x="270463" y="467884"/>
                  </a:cubicBezTo>
                  <a:cubicBezTo>
                    <a:pt x="274487" y="475397"/>
                    <a:pt x="281330" y="484118"/>
                    <a:pt x="289781" y="494447"/>
                  </a:cubicBezTo>
                  <a:cubicBezTo>
                    <a:pt x="298233" y="504778"/>
                    <a:pt x="311246" y="524097"/>
                    <a:pt x="321175" y="529866"/>
                  </a:cubicBezTo>
                  <a:cubicBezTo>
                    <a:pt x="331102" y="535634"/>
                    <a:pt x="333383" y="536305"/>
                    <a:pt x="349348" y="529061"/>
                  </a:cubicBezTo>
                  <a:cubicBezTo>
                    <a:pt x="365312" y="521816"/>
                    <a:pt x="399657" y="499680"/>
                    <a:pt x="416963" y="486398"/>
                  </a:cubicBezTo>
                  <a:cubicBezTo>
                    <a:pt x="434270" y="473116"/>
                    <a:pt x="444331" y="459298"/>
                    <a:pt x="453186" y="449370"/>
                  </a:cubicBezTo>
                  <a:cubicBezTo>
                    <a:pt x="462041" y="439443"/>
                    <a:pt x="466601" y="434746"/>
                    <a:pt x="470089" y="426831"/>
                  </a:cubicBezTo>
                  <a:cubicBezTo>
                    <a:pt x="473577" y="418917"/>
                    <a:pt x="471968" y="409526"/>
                    <a:pt x="474115" y="401878"/>
                  </a:cubicBezTo>
                  <a:cubicBezTo>
                    <a:pt x="476261" y="394231"/>
                    <a:pt x="480688" y="390341"/>
                    <a:pt x="482969" y="380949"/>
                  </a:cubicBezTo>
                  <a:cubicBezTo>
                    <a:pt x="485249" y="371558"/>
                    <a:pt x="484847" y="352373"/>
                    <a:pt x="487799" y="345532"/>
                  </a:cubicBezTo>
                  <a:cubicBezTo>
                    <a:pt x="490750" y="338689"/>
                    <a:pt x="496788" y="343787"/>
                    <a:pt x="500678" y="339897"/>
                  </a:cubicBezTo>
                  <a:cubicBezTo>
                    <a:pt x="504569" y="336006"/>
                    <a:pt x="508996" y="331177"/>
                    <a:pt x="511142" y="322188"/>
                  </a:cubicBezTo>
                  <a:cubicBezTo>
                    <a:pt x="513289" y="313199"/>
                    <a:pt x="511947" y="299515"/>
                    <a:pt x="513557" y="285965"/>
                  </a:cubicBezTo>
                  <a:cubicBezTo>
                    <a:pt x="515167" y="272415"/>
                    <a:pt x="520131" y="252425"/>
                    <a:pt x="520801" y="240888"/>
                  </a:cubicBezTo>
                  <a:cubicBezTo>
                    <a:pt x="521473" y="229350"/>
                    <a:pt x="520131" y="222508"/>
                    <a:pt x="517582" y="216739"/>
                  </a:cubicBezTo>
                  <a:lnTo>
                    <a:pt x="505508" y="206274"/>
                  </a:lnTo>
                  <a:cubicBezTo>
                    <a:pt x="501482" y="205872"/>
                    <a:pt x="496788" y="209897"/>
                    <a:pt x="493433" y="214324"/>
                  </a:cubicBezTo>
                  <a:cubicBezTo>
                    <a:pt x="490893" y="217677"/>
                    <a:pt x="489661" y="229032"/>
                    <a:pt x="487525" y="232413"/>
                  </a:cubicBezTo>
                  <a:lnTo>
                    <a:pt x="486770" y="223363"/>
                  </a:lnTo>
                  <a:lnTo>
                    <a:pt x="488165" y="195462"/>
                  </a:lnTo>
                  <a:lnTo>
                    <a:pt x="490482" y="198762"/>
                  </a:lnTo>
                  <a:cubicBezTo>
                    <a:pt x="492986" y="200550"/>
                    <a:pt x="494238" y="195185"/>
                    <a:pt x="496921" y="194469"/>
                  </a:cubicBezTo>
                  <a:cubicBezTo>
                    <a:pt x="499604" y="193754"/>
                    <a:pt x="503002" y="193217"/>
                    <a:pt x="506581" y="194469"/>
                  </a:cubicBezTo>
                  <a:cubicBezTo>
                    <a:pt x="510158" y="195721"/>
                    <a:pt x="516419" y="202876"/>
                    <a:pt x="518386" y="201981"/>
                  </a:cubicBezTo>
                  <a:cubicBezTo>
                    <a:pt x="519370" y="201534"/>
                    <a:pt x="519370" y="200774"/>
                    <a:pt x="519124" y="198896"/>
                  </a:cubicBezTo>
                  <a:lnTo>
                    <a:pt x="518386" y="189102"/>
                  </a:lnTo>
                  <a:cubicBezTo>
                    <a:pt x="518391" y="189053"/>
                    <a:pt x="521603" y="159753"/>
                    <a:pt x="518386" y="142952"/>
                  </a:cubicBezTo>
                  <a:cubicBezTo>
                    <a:pt x="515167" y="126137"/>
                    <a:pt x="506760" y="103778"/>
                    <a:pt x="499068" y="88215"/>
                  </a:cubicBezTo>
                  <a:cubicBezTo>
                    <a:pt x="491376" y="72652"/>
                    <a:pt x="479213" y="57627"/>
                    <a:pt x="472236" y="49577"/>
                  </a:cubicBezTo>
                  <a:cubicBezTo>
                    <a:pt x="465260" y="41528"/>
                    <a:pt x="466154" y="44211"/>
                    <a:pt x="457210" y="39918"/>
                  </a:cubicBezTo>
                  <a:cubicBezTo>
                    <a:pt x="448266" y="35625"/>
                    <a:pt x="435030" y="29722"/>
                    <a:pt x="418572" y="23818"/>
                  </a:cubicBezTo>
                  <a:cubicBezTo>
                    <a:pt x="402117" y="17916"/>
                    <a:pt x="375821" y="8435"/>
                    <a:pt x="358470" y="4500"/>
                  </a:cubicBezTo>
                  <a:cubicBezTo>
                    <a:pt x="341118" y="564"/>
                    <a:pt x="326630" y="-509"/>
                    <a:pt x="314467" y="2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7" tIns="34295" rIns="68587" bIns="34295" rtlCol="0" anchor="ctr"/>
            <a:lstStyle/>
            <a:p>
              <a:pPr algn="ctr" defTabSz="685800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35" name="Picture 2" descr="G:\PPT\2015huse_02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48"/>
            <a:ext cx="4889500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目的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团队协作完成一个相对复杂的图像分类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521335" y="2207260"/>
            <a:ext cx="781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自行设计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卷积神经网络结构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1335" y="3651250"/>
            <a:ext cx="781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能够对卷积神经网络结构进行优化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335" y="5095240"/>
            <a:ext cx="781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对机器学习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流程有更深入的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80168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利用所掌握的机器学习方法实现高精度的手势图像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小组全员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工作汇报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总体方案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卷积神经网络结构设计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卷积神经网络训练与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手势图像数据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620" y="1808480"/>
            <a:ext cx="6143625" cy="44081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335" y="763270"/>
            <a:ext cx="781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种手势，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18K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图片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自定义数据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__init__()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__get_item__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__len__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个方法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" y="2281555"/>
            <a:ext cx="7527290" cy="358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自定义数据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__init__()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__get_item__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__len__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个方法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" y="2207260"/>
            <a:ext cx="7898130" cy="1487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自定义数据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__init__()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__get_item__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__len__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个方法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45" y="2117090"/>
            <a:ext cx="7705090" cy="4023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自定义数据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__init__()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__get_item__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__len__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个方法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" y="2435860"/>
            <a:ext cx="7639050" cy="1038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708025" y="136525"/>
            <a:ext cx="50825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小组汇报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</a:t>
            </a:r>
            <a:endParaRPr lang="zh-CN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8623300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8888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0" y="226695"/>
            <a:ext cx="76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2400"/>
            </a:fld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21335" y="763270"/>
            <a:ext cx="781748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每个小组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个组员，设组长一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每个组员都要参与实际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每个组员都要进行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任务分工小组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自行讨论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制作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0" y="1816925"/>
            <a:ext cx="9144000" cy="3363939"/>
            <a:chOff x="-1" y="2037922"/>
            <a:chExt cx="12192763" cy="1791128"/>
          </a:xfrm>
        </p:grpSpPr>
        <p:sp>
          <p:nvSpPr>
            <p:cNvPr id="5" name="矩形 4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0" y="2900045"/>
            <a:ext cx="9143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r>
              <a:rPr lang="en-US" altLang="zh-CN" sz="7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thanks</a:t>
            </a:r>
            <a:endParaRPr lang="en-US" altLang="zh-CN" sz="7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2" descr="G:\PPT\2015huse_02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57" y="10451"/>
            <a:ext cx="4889500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版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字体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版权信息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版式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On-screen Show (4:3)</PresentationFormat>
  <Paragraphs>80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Wingdings</vt:lpstr>
      <vt:lpstr>Arial Unicode MS</vt:lpstr>
      <vt:lpstr>Calibri Light</vt:lpstr>
      <vt:lpstr>版式</vt:lpstr>
      <vt:lpstr>版权信息</vt:lpstr>
      <vt:lpstr>1_版式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seeker</cp:lastModifiedBy>
  <cp:revision>1267</cp:revision>
  <dcterms:created xsi:type="dcterms:W3CDTF">2014-12-24T03:19:00Z</dcterms:created>
  <dcterms:modified xsi:type="dcterms:W3CDTF">2026-05-17T23:39:23Z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223FBA8687D147F994CB3104A9FB8C7E_13</vt:lpwstr>
  </property>
  <property fmtid="{D5CDD505-2E9C-101B-9397-08002B2CF9AE}" pid="3" name="KSOProductBuildVer">
    <vt:lpwstr>2052-12.1.0.23542</vt:lpwstr>
  </property>
</Properties>
</file>